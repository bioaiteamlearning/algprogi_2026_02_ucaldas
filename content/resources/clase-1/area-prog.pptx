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638A4-396E-49A0-9798-6C3099080251}" type="datetimeFigureOut">
              <a:rPr lang="es-CO" smtClean="0"/>
              <a:t>2/09/26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0EB70-1ADA-4405-9B31-719DB9D35F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909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dc7d2207bd_1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g1dc7d2207b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67C86-9B3D-9F29-E09E-C285CE0AA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00942D-5D11-25F2-714A-C95661C4D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453A46-399C-1343-D115-AD04CB43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E0352B-3CFB-19ED-282A-6135EF06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FB9E7D-53DF-2A57-02FE-1111ED5C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984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DD4EF-B236-68FE-0883-D29F0129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A6B59B-550A-3FB2-6D51-D91D43318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AC0398-EC28-5AA6-5592-72235BD9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796270-C1C9-FF7D-F209-6D4D2C9C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9F8D6-83C7-649C-4181-6F5D554F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098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B246B-A38D-B810-E4B0-5A93D947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79469-3DC0-55CD-6562-4B76AA910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45A1E-08FC-6C47-1A0A-7C5C395E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A1557-5E10-22F6-543F-8EF87ACF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5B5544-2165-9C7D-1E03-C571003A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731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CF5BA-5F47-BCAE-687A-4C4485C7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F9B1ED-1921-7E5A-4201-D78FA6FF8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0E4E63-1DBC-C08E-55E7-965030B03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70AC89-FE24-E2D9-4E4F-79697666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FA7B72-6EF8-C51C-0250-EC91AAB3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CB4459-D73A-F4B5-A9D3-42DC5F9E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585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25AA0-C53C-6781-765C-7DE163E5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A5B180-4BF6-756E-F5A6-FD6727D0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7BCA45-1D42-102F-C63A-2D581C63E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EC7887-A57A-51C8-527C-AA54ADF0C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1C7F8F-A273-E1F7-53B4-E32798B47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0EBF9C-994C-DDED-9946-FF20033A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563C31-F8D5-DF07-B96D-0ED35EFF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A93368-2F68-6E9C-4BE3-DEE01822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972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5A143-F5F7-4CBB-8880-792E9DBA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DE4351-1B19-0DDB-A8E9-B2CFFD0C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51094C-2D6D-665B-47BF-0E007A3A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46E7D0-34F2-5DAD-64C2-5791C3CB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636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5AFC73-0CD2-A3C8-FCCF-11154950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A7C72D-38F6-4A8B-B192-F6B3CBE4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3A13C5-1771-06A4-F57D-04086279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255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30E43-44A6-0168-6C62-950B6A21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601A64-6FC5-ECF3-5849-BB2F5F94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41F457-BFB5-97BB-A52B-CAED20253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324F87-B730-7061-064D-7065AC50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CCECD9-7CEE-D100-E7D0-71F5CD10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0AC77A-753C-44B4-B3F6-C9CD49C4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302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E86C8-1BC6-667E-393A-18D8039B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97AF15-F585-7F68-F18F-E49ABEA38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1DBCE2-6F33-F46C-EC95-4D882525B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6AC19-3C83-A73F-EDDC-E2E6CD73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A482E4-8673-CB30-773C-2DE67149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064F8C-66D8-F2DC-2EAC-45F89791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582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38FBD-7DA1-AE57-7012-7C9A74CB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8A0274-674D-E98F-27A3-C62035AF4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7CCB2E-02DD-BB14-F1E0-3DB1E18C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97A734-9C3E-4FBC-C1AF-EC7D7AEB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76D7F9-3187-BE12-4618-CC2F058E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975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65BE5-AD0D-9E44-32E8-62D51A4AB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7886B-D068-2D54-801E-CE195B4D5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F543C4-5A33-48CA-0510-45A8CFEE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88BD86-63AA-08C1-02A4-20F3B0B1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C6BA8-2A8F-745D-AD44-08A50D0B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3536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4025654" y="3205940"/>
            <a:ext cx="4140691" cy="54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3400" b="0" i="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925071" y="2583713"/>
            <a:ext cx="10341857" cy="390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8" name="Google Shape;28;p46"/>
          <p:cNvSpPr/>
          <p:nvPr/>
        </p:nvSpPr>
        <p:spPr>
          <a:xfrm>
            <a:off x="0" y="979731"/>
            <a:ext cx="5742757" cy="67061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6"/>
          <p:cNvPicPr preferRelativeResize="0"/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945" y="267945"/>
            <a:ext cx="2711809" cy="66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6" descr="OTRA – Observatorio de Transparencia Umanizales"/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03811" cy="929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6"/>
          <p:cNvSpPr/>
          <p:nvPr/>
        </p:nvSpPr>
        <p:spPr>
          <a:xfrm>
            <a:off x="3824754" y="362992"/>
            <a:ext cx="1918003" cy="566451"/>
          </a:xfrm>
          <a:prstGeom prst="rect">
            <a:avLst/>
          </a:prstGeom>
          <a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69916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79EE14-EEF4-F9C6-22E9-81144E14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4BAC8F-8577-F0B2-4D03-B2DA829A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58F111-7D65-EF67-51B3-41B247EC4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8169-753D-47FB-877B-A215314F11A5}" type="datetimeFigureOut">
              <a:rPr lang="es-CO" smtClean="0"/>
              <a:t>2/09/26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231C4F-E45D-63AA-13D7-DFDFFCE23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7AA894-5563-92E5-5453-2B7552A2B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9A085-DF19-444B-A0BC-505976ACDF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437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dc7d2207bd_1_0"/>
          <p:cNvSpPr/>
          <p:nvPr/>
        </p:nvSpPr>
        <p:spPr>
          <a:xfrm>
            <a:off x="0" y="1725611"/>
            <a:ext cx="243204" cy="5132705"/>
          </a:xfrm>
          <a:custGeom>
            <a:avLst/>
            <a:gdLst/>
            <a:ahLst/>
            <a:cxnLst/>
            <a:rect l="l" t="t" r="r" b="b"/>
            <a:pathLst>
              <a:path w="243203" h="5132705" extrusionOk="0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1dc7d2207bd_1_0"/>
          <p:cNvSpPr/>
          <p:nvPr/>
        </p:nvSpPr>
        <p:spPr>
          <a:xfrm>
            <a:off x="9185075" y="6323026"/>
            <a:ext cx="3010662" cy="536885"/>
          </a:xfrm>
          <a:custGeom>
            <a:avLst/>
            <a:gdLst/>
            <a:ahLst/>
            <a:cxnLst/>
            <a:rect l="l" t="t" r="r" b="b"/>
            <a:pathLst>
              <a:path w="7526655" h="1501775" extrusionOk="0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1dc7d2207bd_1_0"/>
          <p:cNvSpPr/>
          <p:nvPr/>
        </p:nvSpPr>
        <p:spPr>
          <a:xfrm>
            <a:off x="9287540" y="6444999"/>
            <a:ext cx="292455" cy="292933"/>
          </a:xfrm>
          <a:custGeom>
            <a:avLst/>
            <a:gdLst/>
            <a:ahLst/>
            <a:cxnLst/>
            <a:rect l="l" t="t" r="r" b="b"/>
            <a:pathLst>
              <a:path w="386079" h="384175" extrusionOk="0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15F41C-927D-8C00-AA92-8C355BF0B7F3}"/>
              </a:ext>
            </a:extLst>
          </p:cNvPr>
          <p:cNvSpPr/>
          <p:nvPr/>
        </p:nvSpPr>
        <p:spPr>
          <a:xfrm>
            <a:off x="0" y="0"/>
            <a:ext cx="12192000" cy="1360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00" name="Google Shape;400;g1dc7d2207bd_1_0"/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296" b="17581"/>
          <a:stretch>
            <a:fillRect/>
          </a:stretch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1dc7d2207bd_1_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rgbClr val="00387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1dc7d2207bd_1_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lang="en-US" sz="1600" b="0" i="0" u="none" strike="noStrike" cap="none" dirty="0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sz="1600" b="0" i="0" u="none" strike="noStrike" cap="none" dirty="0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03" name="Google Shape;403;g1dc7d2207bd_1_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w="9525" cap="flat" cmpd="sng">
            <a:solidFill>
              <a:srgbClr val="0038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1dc7d2207bd_1_0"/>
          <p:cNvSpPr txBox="1">
            <a:spLocks noGrp="1"/>
          </p:cNvSpPr>
          <p:nvPr>
            <p:ph type="title"/>
          </p:nvPr>
        </p:nvSpPr>
        <p:spPr>
          <a:xfrm>
            <a:off x="3849475" y="885650"/>
            <a:ext cx="4575434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</a:pPr>
            <a:r>
              <a:rPr lang="en-US" sz="3000" dirty="0" err="1"/>
              <a:t>Área</a:t>
            </a:r>
            <a:r>
              <a:rPr lang="en-US" sz="3000" dirty="0"/>
              <a:t> de </a:t>
            </a:r>
            <a:r>
              <a:rPr lang="en-US" sz="3000" dirty="0" err="1"/>
              <a:t>Programación</a:t>
            </a:r>
            <a:endParaRPr sz="3000" dirty="0"/>
          </a:p>
        </p:txBody>
      </p:sp>
      <p:sp>
        <p:nvSpPr>
          <p:cNvPr id="416" name="Google Shape;416;g1dc7d2207bd_1_0"/>
          <p:cNvSpPr txBox="1"/>
          <p:nvPr/>
        </p:nvSpPr>
        <p:spPr>
          <a:xfrm>
            <a:off x="1017725" y="1554525"/>
            <a:ext cx="89499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Plan de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estudios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Profesional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Ciencia de Datos</a:t>
            </a:r>
            <a:endParaRPr sz="1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01088-EB55-64CB-0B36-62AB93D1F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39" y="2017204"/>
            <a:ext cx="7772400" cy="4667321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</Words>
  <Application>Microsoft Macintosh PowerPoint</Application>
  <PresentationFormat>Panorámica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Oswald</vt:lpstr>
      <vt:lpstr>Oswald SemiBold</vt:lpstr>
      <vt:lpstr>Trebuchet MS</vt:lpstr>
      <vt:lpstr>Tema de Office</vt:lpstr>
      <vt:lpstr>Área de Programación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Programación</dc:title>
  <dc:creator>RICARDO  ORTEGA BOLA�OS</dc:creator>
  <cp:lastModifiedBy>johan piña duran</cp:lastModifiedBy>
  <cp:revision>2</cp:revision>
  <dcterms:created xsi:type="dcterms:W3CDTF">2023-08-22T18:25:55Z</dcterms:created>
  <dcterms:modified xsi:type="dcterms:W3CDTF">2026-09-02T16:04:22Z</dcterms:modified>
</cp:coreProperties>
</file>